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Vonage Voice Verify  —  詳細アーキテクチャ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Verify V2 認証 × InApp Voice × PSTNフォールバック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backend（Vonage Cloud Runtime / TypeScript）＋ android-app（Kotlin / MVVM）のコード実読に基づく設計資料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コード実読ベース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index.ts / auth.ts / voice.ts</a:t>
            </a:r>
            <a:br/>
            <a:r>
              <a:t>voiceAuth.ts / webhooks.ts</a:t>
            </a:r>
            <a:br/>
            <a:r>
              <a:t>Activity / ViewModel /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520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Mermaid 10図＋PNG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doc/*.mmd（mmdc scale=3）</a:t>
            </a:r>
            <a:br/>
            <a:r>
              <a:t>本スライドに縦横比ロックで埋込</a:t>
            </a:r>
            <a:br/>
            <a:r>
              <a:t>拡大縮小しても歪まない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9184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5204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(Filter: 13 slides)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全体→Backend→認証→音声→通話</a:t>
            </a:r>
            <a:br/>
            <a:r>
              <a:t>→Android→DB→Security→Deploy</a:t>
            </a:r>
            <a:br/>
            <a:r>
              <a:t>→改善提案まで網羅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対象: verify-inapp-mobilevoice-app ／ 前提: Node 20 / JDK17 / VCR(APAC) / MongoDB Atlas ／ 日付: 2026-09-12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01  |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システム概要と技術スタック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SMS OTP ログイン → ダイヤルパッド → InApp/PSTN 通話。番号と通話状態は MongoDB に永続化。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416552"/>
              </a:tblGrid>
              <a:tr h="3840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レイヤ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技術 / 主要ファイル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役割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Android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Kotlin / AGP 8.7 / SDK34 / ViewBinding / client-sdk-voice 2.6.0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5画面遷移・MVVM・ForegroundService・FCM Push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Backend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Node 20 / TS / VCR handler (index.ts) / @vonage/server-sdk 3.13 / @vonage/jwt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OTP・NCCO・JWT発行・Webhook・RateLimit・署名検証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Vonage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Verify V2 / Voice API / Users API(AP) / FCM連携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SMS 6桁・PSTN発信・InApp(WebRTC)・Push Invite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DB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MongoDB 5.0+ (Atlas) / mongodb driver 6.12直利用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phone_users / call_events / user_tokens / push_tokens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要点（コード実読）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エントリ: handler(event) 単一関数。health→CORS→webhook署名→RateLimit→公開route→JWT→保護route→404 の順で分岐（index.ts）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認証不要: send-otp / verify-otp / users一覧 / ncco。保護: voice/call・token・register・push-token・reconnect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Web系FW・ODMなし: node:http＋VCR handler、JWT検証は node:crypto 直書き、DBは MongoClient 直利用（maxPoolSize=1）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61188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アプリ要点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画面遷移: PhoneInput(LAUNCHER) → VerifyCode → DialPad → Call／着信→ IncomingCall → Call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発信は SDK serverCall 直叩き、Backend /api/voice/call は PSTNフォールバック経路で使用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BACKEND_URL解決: .env ＞ -P ＞ gradle.properties ＞ 環境変数 ＞ localhost:3000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02  | 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全体システム構成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Android ↔ VCR Backend ↔ Vonage Cloud ↔ MongoDB の責務分担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1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888" y="1417320"/>
            <a:ext cx="3565176" cy="3383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doc/01_system_overview.mmd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UI→VM→Retrofit の3層が HTTPS REST で handler に集約。SDKは REST＋WebRTC/VoIP の二経路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Backendは auth/voice/voiceAuth/webhooks に分散し、Verify・Voice・Users(AP)・Mongoを使い分け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03  | 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バックエンド詳細（handler分岐）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index.ts の判定順序をそのまま図化。middleware と保護routeの境界が要点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2_backend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09" y="1417320"/>
            <a:ext cx="3816534" cy="3383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doc/02_backend_routing.mmd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POSTのみRateLimit: otp 5分5回 / verify 5分10回 / call 1分5回 / token 1分10回。超過は429＋Retry-After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JWT必須境界: /voice/call・token・register・push-token・reconnect。ncco/users は公開（webhook由来のため）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04  | 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認証フロー（Verify V2 OTP）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send-otp（upsert）→ SMS → verify-otp（completed判定）→ 自作JWT発行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3_auth_otp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484" y="1417320"/>
            <a:ext cx="4034952" cy="4709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144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doc/03_auth_otp_sequence.mmd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読みどころ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送信側は +剥離→/^[1-9]d{1,14}$/→ALLOWED照合→phone_users upsert→VerifyV2 JWT(ttl3600)→POST /v2/verify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05  |  VOICE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InApp Voice 準備（token / register / push）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Users API(AP)登録→24h JWT→register→FCM token紐付け→reconnect再発行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4_voice_token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36" y="1417320"/>
            <a:ext cx="4097648" cy="4709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6144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doc/04_voice_token_sequence.mmd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読みどころ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token: sysadmin JWT(120秒)で POST /v1/users（409は正常）→ sub=e164・24h・ACL限定JWT→user_tokensにhash保存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06a  | 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通話フロー① 発信〜NCCO分岐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serverCall起点。outbound直結／verified＋在席でInApp／なければPSTN／なければtalk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5a_call_nc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3263"/>
            <a:ext cx="11091672" cy="205139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doc/05a_call_ncco.mmd + 05_call_ncco_flow.mmd（詳細版）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DialPad: 7桁・権限・E.164・Sessionリトライ(5回)後に serverCall{to,type:outbound}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NCCO: outbound即connect／4優先検索→InApp(app)→PSTN(phone)→talk の優先順位が可用性の核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06b  |  EVENTS &amp;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通話フロー② イベント永続化と着信Push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webhooks.ts＋3経路着信（Listener/FCM/Service→IncomingCall）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5b_events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3771"/>
            <a:ext cx="11091672" cy="157037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doc/05b_events_push.mmd + 05_call_ncco_flow.mmd（詳細版）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call_eventsに全件insert。to が ALLOWED一致時のみ在席更新（started→true／stopped→false＋totalCalls+1）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着信は appチャネルのみService起動。FCMは inviteのみ処理。Foreground＋Ringtone＋LOCK対応Activity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07  | 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Androidアプリ構成（MVVM＋Service）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UI⇄ViewModel⇄Data⇄SDK/Service。発信はApplication経由serverCall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6_andro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389" y="1417320"/>
            <a:ext cx="4534173" cy="3383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doc/06_android_architecture.mmd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AuthVMはexecute同期(IO)、Applicationはenqueue非同期。listUsers/initiateCallは未使用（SDK直叩きのため）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権限9種・phoneCall Foreground・AP地域固定・EncryptedPrefs。MUTE/SPEAKER未処理など残骸も明示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08  |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データモデル（MongoDB 4コレクション）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ODMなし・Index定義なし・phoneNumberの +有無混在が実態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7_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800" y="1417320"/>
            <a:ext cx="4711352" cy="3383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doc/07_data_model.mmd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phone_users中心に非FKで紐付け。verifiedAt動的field・totalCalls初期なし等、実装の癖をそのまま記載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user_tokensはhashのみ保存（used常時false）。push_tokensは upsert/remove のみ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09  |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セキュリティ・JWT・レート制限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3種JWT＋HMAC署名＋EncryptedPrefs。鍵・番号の扱いが要点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852160"/>
                <a:gridCol w="3227832"/>
              </a:tblGrid>
              <a:tr h="3962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対象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仕様（コード実読）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有効期限 / 備考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Verify V2 JWT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@vonage/jwt tokenGenerate／aud=api.nexmo.com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ttl 3600秒。SMS送信・照合のBearer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InApp Voice JWT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sub=e164／ACL限定(sessions/conversations/rtc等)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24h。token/reconnectで発行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ログインJWT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手書きRS256(crypto.sign)／aud=voice-ng-vapi／user.id=電話番号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1h。検証は秘密鍵PEMでverify＋exp確認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Webhook署名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HMAC-SHA256(secret, timestamp+body)＋5分＋timingSafeEqual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未設定時はskip。VCR内回線もskip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RateLimit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imestore Map＋IP抽出(x-ff/x-real-ip)＋60秒掃除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Hiragino Sans"/>
                          <a:ea typeface="Hiragino Sans"/>
                          <a:cs typeface="Hiragino Sans"/>
                        </a:defRPr>
                      </a:pPr>
                      <a:r>
                        <a:t>otp/verify/call/tokenで閾値が異なる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77639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運用注意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秘密鍵: VONAGE_PRIVATE_KEY本文優先→PATH読込。欠落時は throw/500。鍵紛失＝Application作り直し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番号 gating: ALLOWED_PHONE_NUMBER が空なら無制限。+有無の正規化が箇所で不統一（後述の課題）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9776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端末側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端末: EncryptedSharedPrefs(AES256)＋Bearer自動付与。平文HTTPは usesCleartext=false で禁止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権限: RECORD_AUDIO必須・FOREGROUND phoneCall・通知。CAMERA不使用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10  | 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デプロイ・運用構成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VCR(APAC)本番＋Tunnel検証＋5段階BACKEND_URL解決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pic>
        <p:nvPicPr>
          <p:cNvPr id="7" name="Picture 6" descr="08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480" y="1417320"/>
            <a:ext cx="4305992" cy="338328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828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対応Mermaid: doc/08_deployment.mmd ＋ 同名PNG（mmdc scale=3 白背景で描画）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server.tsは local用アダプタ。APP_DOMAIN時のみ NCCO自動登録（Basic認証）。PORTは VCR_PORT参照の実態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1663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  <a:defRPr sz="9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Androidは .env推奨。releaseのみ keystore署名。Emulatorは 10.0.2.2/Tunnel/LANを使い分け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EC7FF"/>
                </a:solidFill>
                <a:latin typeface="Hiragino Sans"/>
                <a:ea typeface="Hiragino Sans"/>
                <a:cs typeface="Hiragino Sans"/>
              </a:defRPr>
            </a:pPr>
            <a:r>
              <a:t>11  | 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t>まとめと改善提案（実読で見つけた load-bearing な点）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Hiragino Sans"/>
                <a:ea typeface="Hiragino Sans"/>
                <a:cs typeface="Hiragino Sans"/>
              </a:defRPr>
            </a:pPr>
            <a:r>
              <a:t>動く設計＋3つの不整合是正で可用性が上がる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Hiragino Sans"/>
                <a:ea typeface="Hiragino Sans"/>
                <a:cs typeface="Hiragino Sans"/>
              </a:defRPr>
            </a:pPr>
            <a:r>
              <a:t>verify-inapp-mobilevoice-app  |  backend (VCR/TS) + android-app (Kotlin)  |  画像は縦横比ロック（拡大縮小で歪みなし）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結論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強み①: handler単一入口＋明確な公開/保護境界。OTP→Token→NCCO→Webhook の責務分離がきれい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強み②: InApp優先→PSTN代替の二段構え＋在席フラグ連動。Push 3経路＋Foregroundで着信取こぼし対策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強み③: VCR無状態（pool=1）＋ upsert中心で再送に強い。AP地域明示などリージョン意識あり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API一覧: send-otp/verify-otp/users/ncco/call/token/register/push-token/reconnect/webhooks＋health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Hiragino Sans"/>
                <a:ea typeface="Hiragino Sans"/>
                <a:cs typeface="Hiragino Sans"/>
              </a:defRPr>
            </a:pPr>
            <a:r>
              <a:t>改善提案（優先度順）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課題①（重要）: phoneNumber の +有無が混在。sendは無し・token系は有り→検索は両対応だが verify-otp照合は剥離なし。要正規化統一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課題②: server.ts の configureNCCOUrl で生成JWT未使用・PORT未参照・debug路増加。VCR/index.ts との二重管理を整理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提案: ①E.164統一helper ②Index/phoneNumber unique ③user_tokens.used/reconnect書込 ④未使用 env/権限の棚卸し</a:t>
            </a:r>
          </a:p>
          <a:p>
            <a:pPr>
              <a:lnSpc>
                <a:spcPct val="1080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Hiragino Sans"/>
                <a:ea typeface="Hiragino Sans"/>
                <a:cs typeface="Hiragino Sans"/>
              </a:defRPr>
            </a:pPr>
            <a:r>
              <a:t>▪ 次手順: doc/*.mmd を正として PNG再生成→本PPT差替（全て縦横比ロックのため貼替のみで崩れない）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Vonage Voice Verify 詳細アーキテクチャ</dc:title>
  <dc:subject>Verify V2 + InApp Voice + VCR + Android</dc:subject>
  <dc:creator>Code Analysis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