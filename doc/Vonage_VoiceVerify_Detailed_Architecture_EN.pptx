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CODE-DERIVED ARCHITECTURE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Vonage Voice Verify — Detailed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Verify V2 authentication × InApp Voice × PSTN fallback — a code-read deep dive of backend (Vonage Cloud Runtime / TypeScript) and android-app (Kotlin / MVVM).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429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Code-first analysis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All diagrams reflect actual reads of index.ts, config.ts, db.ts, models, routes/auth.ts, routes/voice.ts, routes/voiceAuth.ts, webhooks.ts and every Activity / ViewModel / Service.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0040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429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Mermaid source + PNG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doc/*.mmd rendered with mmdc scale=3 (white background) into PNG, embedded in this deck with an aspect-ratio lock — resizing never distorts or crops.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200400"/>
            <a:ext cx="32918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3429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13 slides, no overflow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System → Backend → Auth → Voice → Android → Data → Security → Deployment → Recommendations. Every diagram is contain-fitted so nothing spills off the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Target: verify-inapp-mobilevoice-app  ·  Environment: Node 20 / JDK 17 / VCR (APAC) / MongoDB 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01  |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System Overview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SMS OTP login → dial pad → InApp/PSTN calls. Phone numbers and call state are persisted in MongoDB.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2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943600"/>
                <a:gridCol w="3593592"/>
              </a:tblGrid>
              <a:tr h="37490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Layer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Technology / key files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Role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Android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Kotlin / AGP 8.7 / SDK 34 / ViewBinding / client-sdk-voice 2.6.0 / firebase-bom 32.7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5-screen flow, MVVM, Foreground service, FCM push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Backend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Node 20 / TS / VCR handler index.ts / @vonage/server-sdk 3.13 / @vonage/jwt 1.14 / mongodb 6.12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OTP, NCCO, JWT issuance, webhooks, rate limit, HMAC signature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Vonage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Verify V2 / Voice API / Users API (AP) / push (FCM)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SMS 6-digit OTP, PSTN calls, InApp (WebRTC), call-invite push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Data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MongoDB 5.0+ (Atlas) / mongodb driver used directly (no ODM)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phone_users / call_events / user_tokens / push_tokens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520440"/>
            <a:ext cx="5577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Key facts (from code)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Single entry point: handler(event) branches health → CORS → webhook signature → rate limit → public routes → JWT → protected routes → 404 (src/index.ts).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Public: send-otp / verify-otp / users list / ncco. Protected: voice/call, token, register, push-token, reconnect.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No web framework / ODM: node:http + VCR handler, JWT verified with node:crypto (RSA-SHA256), MongoClient.singleton (maxPoolSize=1).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52044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App facts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Flow: PhoneInput (LAUNCHER) → VerifyCode → DialPad → Call; incoming → IncomingCall → Call.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Outbound calls call voiceClient.serverCall directly; /api/voice/call backs the PSTN fallback path.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BACKEND_URL resolution: .env &gt; -P flag &gt; gradle.properties &gt; env var &gt; localhost:3000.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02  | 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End-to-End System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Android ↔ VCR backend ↔ Vonage Cloud ↔ MongoDB responsibilities at a glance.</a:t>
            </a:r>
          </a:p>
        </p:txBody>
      </p:sp>
      <p:pic>
        <p:nvPicPr>
          <p:cNvPr id="6" name="Picture 5" descr="01_system_overview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1417320"/>
            <a:ext cx="3883151" cy="3566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010912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doc/01_system_overview_en.mmd → 01_system_overview_en.png (mmdc scale=3)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UI→VM→Retrofit talk to the single handler over HTTPS REST; the SDK adds a WebRTC/VoIP media path.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Backend splits into auth (Verify), voice (NCCO/call), voiceAuth (JWT/register) and webhooks (persistence).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4924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Verify V2, Voice API and Users API (AP region) are consumed only by their owning modules.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All four Mongo collections are reachable from the backend; presence flags drive call routing.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03  | 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Request Pipeline &amp; Routing (index.ts)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Exact decision order of the handler: middleware and the public/protected route boundary are the core.</a:t>
            </a:r>
          </a:p>
        </p:txBody>
      </p:sp>
      <p:pic>
        <p:nvPicPr>
          <p:cNvPr id="6" name="Picture 5" descr="02_backend_routing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398" y="1417320"/>
            <a:ext cx="3960155" cy="3566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010912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doc/02_backend_routing_en.mmd → 02_backend_routing_en.png (mmdc scale=3)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Per-IP in-memory rate limits (60 s cleanup): otp 5/5 min, verify 10/5 min, call 5/1 min, token 10/1 min → 429 + Retry-After.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Webhook route validates HMAC-SHA256 signature first (5-min window, timing-safe); skips if secret or VCR callback router is detected.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4924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JWT gate applies to voice/call, token, register, push-token, reconnect — verified via the private key PEM + exp + user.id.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ncco and users stay public because they are driven by Vonage answer webhooks rather than client auth.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04  | 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Authentication Flow (Verify V2 OTP)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send-otp (upsert) → SMS → verify-otp ('completed') → issuer of a custom RS256 JWT.</a:t>
            </a:r>
          </a:p>
        </p:txBody>
      </p:sp>
      <p:pic>
        <p:nvPicPr>
          <p:cNvPr id="6" name="Picture 5" descr="03_auth_otp_sequen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367" y="1417320"/>
            <a:ext cx="4090946" cy="4800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236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doc/03_auth_otp_sequence_en.mmd → 03_auth_otp_sequence_en.png (mmdc scale=3)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Highlights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Send: strip '+', validate /^[1-9]\d{1,14}$/, gate by ALLOWED_PHONE_NUMBER, upsert phone_users, issue Verify V2 JWT (ttl 3600, aud api.nexmo.com), POST /v2/verify sms workflow.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Verify: findOne → POST /v2/verify/{requestId} {code}. Only status 'completed' sets isVerified + verifiedAt.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05  |  VOICE 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InApp Voice Onboarding (token / register / push)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Users API (AP) enrollment → 24 h JWT → register → FCM token binding → reconnect re-issuance.</a:t>
            </a:r>
          </a:p>
        </p:txBody>
      </p:sp>
      <p:pic>
        <p:nvPicPr>
          <p:cNvPr id="6" name="Picture 5" descr="04_voice_token_sequenc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656" y="1417320"/>
            <a:ext cx="4238367" cy="4800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6236208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doc/04_voice_token_sequence_en.mmd → 04_voice_token_sequence_en.png (mmdc scale=3)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Highlights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token: sysadmin JWT (120 s) → POST /v1/users (409 'already exists' is treated as success) → 24 h sub=e164 JWT with a restricted ACL → store sha256(token)[0:16] in user_tokens.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10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register flips isInAppAvailable (upsert of phone_users); push-token binds the FCM device token (remove action deletes it).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06a  |  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Call Flow #1 — Outbound &amp; NCCO Branching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serverCall entry. outbound connects directly; verified + present users go InApp; otherwise PSTN; otherwise talk.</a:t>
            </a:r>
          </a:p>
        </p:txBody>
      </p:sp>
      <p:pic>
        <p:nvPicPr>
          <p:cNvPr id="6" name="Picture 5" descr="05a_call_ncc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36057"/>
            <a:ext cx="11091672" cy="203724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736592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doc/05a_call_ncco_en.mmd (split view; combined original: 05_call_ncco_flow_en.mmd)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DialPad: requires ≥7 digits, RECORD_AUDIO permission, E.164 normalization, then a bounded session-retry loop (≤5 attempts) before serverCall{to, type:'outbound'}.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voice.ts routing precedence = availability policy: InApp (app) &gt; PSTN (phone) &gt; talk message.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0749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NCCO answer: GET /api/voice/ncco inspects context; type outbound/inapp → connect phone to the dialed number (from VONAGE_PHONE_NUMBER).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Otherwise a 4-priority lookup (verified+present → verified → present → any) decides the endpoint; empty states return tts 'talk' prompts.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06b  |  EVENTS &amp; PUSH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Call Flow #2 — Event Persistence &amp; Incoming Push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webhooks.ts persistence plus three inbound paths (listener / FCM / service) into IncomingCallActivity.</a:t>
            </a:r>
          </a:p>
        </p:txBody>
      </p:sp>
      <p:pic>
        <p:nvPicPr>
          <p:cNvPr id="6" name="Picture 5" descr="05b_events_push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97787"/>
            <a:ext cx="11091672" cy="1513786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736592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doc/05b_events_push_en.mmd (split view; combined original: 05_call_ncco_flow_en.mmd)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Every event is inserted into call_events. Presence updates only when 'to' matches ALLOWED_PHONE_NUMBER (3 notations: +present, no +): started→true/active, stopped/failed→false (+totalCalls).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FCM onMessageReceived handles only 'vonage'-typed invites via processPushCallInviteSync; other actions are logged.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0749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Incoming ringtone is driven by the Foreground service (notification 1001) and FCM notification 1002.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IncomingCallActivity uses lock-screen flags, answers via voiceClient.answer, and routes to CallActivity on 'connected'.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07  |  ANDROID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Android App Composition (MVVM + Services)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UI ⇄ ViewModel ⇄ Data ⇄ SDK/Service. Outbound calls go through the Application-owned VoiceClient.</a:t>
            </a:r>
          </a:p>
        </p:txBody>
      </p:sp>
      <p:pic>
        <p:nvPicPr>
          <p:cNvPr id="6" name="Picture 5" descr="06_android_architectur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7082" y="1417320"/>
            <a:ext cx="4714788" cy="3566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010912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doc/06_android_architecture_en.mmd → 06_android_architecture_en.png (mmdc scale=3)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AuthViewModel fires Retrofit execute() on Dispatchers.IO (synchronous); the Application uses enqueue(). listUsers / initiateCall are defined but currently unused (SDK serverCall is primary).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Permission set: INTERNET, RECORD_AUDIO, phoneCall Foreground, POST_NOTIFICATIONS, MODIFY_AUDIO_SETTINGS etc.; AP region is hard-coded; prefs are encrypted.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4924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VoiceVerifyApplication owns the 13 SDK listeners (call-invite → Foreground service) and session reconnect; clearAllListeners tears them down on re-init.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Notable dead code: ACTION_MUTE / ACTION_SPEAKER declared but unhandled in onStartCommand; Camera permission is absent.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08  |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Data Model (MongoDB — 4 Collections)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No ODM, no index definitions found, and phoneNumber '±'+ inconsistency is a live implementation quirk.</a:t>
            </a:r>
          </a:p>
        </p:txBody>
      </p:sp>
      <p:pic>
        <p:nvPicPr>
          <p:cNvPr id="6" name="Picture 5" descr="07_data_model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493" y="1417320"/>
            <a:ext cx="5167965" cy="3566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010912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doc/07_data_model_en.mmd → 07_data_model_en.png (mmdc scale=3)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phone_users is the hub; relations are non-FK, keyed by phone number. Dynamic verifiedAt field; totalCalls starts unset until the first webhook increment.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user_tokens stores only the token hash and issued/expiry; its 'used' flag is always false today.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4924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call_events stores every lifecycle event (uuid/event/to/from/conversation/status/duration).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push_tokens is upsert-or-remove only. Both + and +-less phone numbers exist across collections — see Recommendations.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09  |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Security: JWT, Signatures, Rate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Three JWT families + HMAC webhook signing + encrypted prefs. Key handling and number gating are the focus.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9167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035040"/>
                <a:gridCol w="2953512"/>
              </a:tblGrid>
              <a:tr h="3886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Subject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Specification (from code)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TTL / notes</a:t>
                      </a:r>
                    </a:p>
                  </a:txBody>
                  <a:tcPr anchor="ctr" marL="54864" marR="54864" marT="18288" marB="18288">
                    <a:solidFill>
                      <a:srgbClr val="1B3A5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Verify V2 JWT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@vonage/jwt tokenGenerate / aud=api.nexmo.com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3600 s — Bearer for SMS send &amp; check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InApp Voice JWT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sub=E.164 / ACL-restricted (sessions, conversations, rtc, ...)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24 h — issued by token &amp; reconnect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Login JWT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Hand-written RS256 (crypto.sign) / aud=voice-ng-vapi / user.id=phone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1 h — checks private-key PEM + exp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Webhook signature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HMAC-SHA256(secret, timestamp+body), 5-min window, timing-safe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Skipped if no secret / VCR router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Rate limits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In-memory Map keyed by IP (x-forwarded-for / x-real-ip), 60 s sweep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Calibri"/>
                          <a:ea typeface="Meiryo"/>
                          <a:cs typeface="Meiryo"/>
                        </a:defRPr>
                      </a:pPr>
                      <a:r>
                        <a:t>otp / verify / call / token buckets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77639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Operations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Private key: VONAGE_PRIVATE_KEY (inline) takes priority over VONAGE_PRIVATE_KEY_PATH (file). Neither → throw/500. Losing the key means creating a new Application.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Number gating: if ALLOWED_PHONE_NUMBER is empty the gate is disabled. '+' normalization is inconsistent between routes (see Recommendations).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977639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Client side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Device side: EncryptedSharedPreferences (AES-256) and a Retrofit interceptor that attaches 'Authorization: Bearer' automatically.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Cleartext HTTP is disabled (usesCleartextTraffic=false); local dev relies on Cloudflare/LAN HTTPS and the emulator's 10.0.2.2 alias.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10  | 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Deployment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VCR (APAC) production + Cloudflare Tunnel verification + 5-stage BACKEND_URL resolution.</a:t>
            </a:r>
          </a:p>
        </p:txBody>
      </p:sp>
      <p:pic>
        <p:nvPicPr>
          <p:cNvPr id="6" name="Picture 5" descr="08_deploymen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048" y="1417320"/>
            <a:ext cx="4416855" cy="3566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5010912"/>
            <a:ext cx="11091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Mermaid: doc/08_deployment_en.mmd → 08_deployment_en.png (mmdc scale=3)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9240"/>
            <a:ext cx="55778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server.ts is a local adapter (node:http) that auto-registers Answer/Event URLs on the Vonage application when APP_DOMAIN is set (Basic auth). It actually listens on VCR_PORT, not PORT.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Production: npm run build → vcr deploy → register webhooks via `vonage apps:update` or the 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534924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BACKEND_URL precedence: .env &gt; -P flag &gt; gradle.properties &gt; environment &gt; localhost:3000; trailing '/' is required.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Release builds require a keystore; debug builds run unsigned against a tunnel or LAN URL.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9EC7FF"/>
                </a:solidFill>
                <a:latin typeface="Calibri"/>
                <a:ea typeface="Meiryo"/>
                <a:cs typeface="Meiryo"/>
              </a:defRPr>
            </a:pPr>
            <a:r>
              <a:t>11  | 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Calibri"/>
                <a:ea typeface="Meiryo"/>
                <a:cs typeface="Meiryo"/>
              </a:defRPr>
            </a:pPr>
            <a:r>
              <a:t>Conclusions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9DAF5"/>
                </a:solidFill>
                <a:latin typeface="Calibri"/>
                <a:ea typeface="Meiryo"/>
                <a:cs typeface="Meiryo"/>
              </a:defRPr>
            </a:pPr>
            <a:r>
              <a:t>Solid working design with three load-bearing inconsistencies worth fixing for availability.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577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Conclusions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Single handler entry with a clear public/protected boundary; OTP → token → NCCO → webhook responsibilities are cleanly separated (index.ts).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Two-stage call path (InApp preferred → PSTN fallback) plus presence flags; three inbound paths + Foreground service reduce missed-call risk.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Stateless VCR handler (pool=1) with upsert-heavy writes; region awareness (AP) throughout.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Public API summary: send-otp, verify-otp, users, ncco, call, token, register, push-token, reconnect, voice-events + /_/health.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1B3A5C"/>
                </a:solidFill>
                <a:latin typeface="Calibri"/>
                <a:ea typeface="Meiryo"/>
                <a:cs typeface="Meiryo"/>
              </a:defRPr>
            </a:pPr>
            <a:r>
              <a:t>Improvements (priority order)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1. (Critical) phoneNumber format: '+' present in token/register flows but absent in send-otp, and verify-otp compares without stripping. Central E.164 helper + unique index on phone_users.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2. Clean up server.ts: configureNCCOUrl builds a JWT it never uses, ignores PORT (uses VCR_PORT), and adds GET /api/debug — remove dual-routing drift from index.ts.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3. Follow-ups: real unique indexes, persist reconnect tokens, use user_tokens.used, prune unused env vars and the unhandled ACTION_MUTE/SPEAKER.</a:t>
            </a:r>
          </a:p>
          <a:p>
            <a:pPr>
              <a:lnSpc>
                <a:spcPct val="110000"/>
              </a:lnSpc>
              <a:spcAft>
                <a:spcPts val="400"/>
              </a:spcAft>
              <a:defRPr sz="900">
                <a:solidFill>
                  <a:srgbClr val="333333"/>
                </a:solidFill>
                <a:latin typeface="Calibri"/>
                <a:ea typeface="Meiryo"/>
                <a:cs typeface="Meiryo"/>
              </a:defRPr>
            </a:pPr>
            <a:r>
              <a:t>•  4. Maintenance: doc/*.mmd is the single source of truth — re-render PNGs and re-embed (every image is aspect-locked, so replacement cannot distort).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5F6368"/>
                </a:solidFill>
                <a:latin typeface="Calibri"/>
                <a:ea typeface="Meiryo"/>
                <a:cs typeface="Meiryo"/>
              </a:defRPr>
            </a:pPr>
            <a:r>
              <a:t>verify-inapp-mobilevoice-app  |  backend (VCR / Node 20 / TS) + android-app (Kotlin)  |  Mermaid PNG embedded with aspect-ratio 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Vonage Voice Verify - Detailed Architecture</dc:title>
  <dc:subject>Verify V2 + InApp Voice + VCR (TypeScript) + Android (Kotlin)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